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70" r:id="rId5"/>
    <p:sldId id="271" r:id="rId6"/>
    <p:sldId id="272" r:id="rId7"/>
    <p:sldId id="262" r:id="rId8"/>
    <p:sldId id="269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0066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6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5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67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84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85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9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E46FC-05F1-4E56-8287-A94ECB08D438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mailto:m.andre1977@gmail.com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144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42229" y="979663"/>
            <a:ext cx="864640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</a:rPr>
              <a:t>Curso de Formação Inicial e Continuada</a:t>
            </a:r>
          </a:p>
          <a:p>
            <a:pPr algn="ctr"/>
            <a:r>
              <a:rPr lang="pt-BR" sz="3600" b="1" dirty="0"/>
              <a:t>Fundamentos de Python</a:t>
            </a:r>
          </a:p>
          <a:p>
            <a:pPr algn="ctr"/>
            <a:r>
              <a:rPr lang="pt-BR" sz="3600" b="1" dirty="0"/>
              <a:t>60 horas</a:t>
            </a:r>
          </a:p>
          <a:p>
            <a:pPr algn="ctr"/>
            <a:endParaRPr lang="pt-BR" sz="3600" b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86" y="4575360"/>
            <a:ext cx="2571113" cy="164413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-4911" y="6488668"/>
            <a:ext cx="1219691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+mn-lt"/>
              </a:rPr>
              <a:t>Rua Santo André, 680 – Boa Vista – São Caetano do Sul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36" y="3868032"/>
            <a:ext cx="2272376" cy="9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035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1681" y="0"/>
            <a:ext cx="10515600" cy="957415"/>
          </a:xfrm>
        </p:spPr>
        <p:txBody>
          <a:bodyPr/>
          <a:lstStyle/>
          <a:p>
            <a:pPr algn="ctr"/>
            <a:r>
              <a:rPr lang="pt-BR" b="1" dirty="0">
                <a:latin typeface="Arial Black" panose="020B0A04020102020204" pitchFamily="34" charset="0"/>
              </a:rPr>
              <a:t>Turma: PYTHON-01-G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0795" y="996463"/>
            <a:ext cx="5152395" cy="2652902"/>
          </a:xfrm>
          <a:solidFill>
            <a:srgbClr val="CC0000">
              <a:alpha val="47843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Dia: </a:t>
            </a:r>
            <a:r>
              <a:rPr lang="pt-BR" dirty="0"/>
              <a:t>Terça e Quinta</a:t>
            </a:r>
          </a:p>
          <a:p>
            <a:pPr marL="0" indent="0">
              <a:buNone/>
            </a:pPr>
            <a:r>
              <a:rPr lang="pt-BR" b="1" dirty="0"/>
              <a:t>Horário: </a:t>
            </a:r>
            <a:r>
              <a:rPr lang="pt-BR" dirty="0"/>
              <a:t>18:00 as 22:00</a:t>
            </a:r>
          </a:p>
          <a:p>
            <a:pPr marL="0" indent="0">
              <a:buNone/>
            </a:pPr>
            <a:r>
              <a:rPr lang="pt-BR" b="1" dirty="0"/>
              <a:t>Intervalo: </a:t>
            </a:r>
            <a:r>
              <a:rPr lang="pt-BR" dirty="0"/>
              <a:t>15 min</a:t>
            </a:r>
          </a:p>
          <a:p>
            <a:pPr marL="0" indent="0">
              <a:buNone/>
            </a:pPr>
            <a:r>
              <a:rPr lang="pt-BR" b="1" dirty="0"/>
              <a:t>Período: </a:t>
            </a:r>
            <a:r>
              <a:rPr lang="pt-BR" dirty="0"/>
              <a:t>16/09/2025</a:t>
            </a:r>
          </a:p>
          <a:p>
            <a:pPr marL="0" indent="0">
              <a:buNone/>
            </a:pPr>
            <a:r>
              <a:rPr lang="pt-BR" dirty="0"/>
              <a:t>	     30/10/2025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41" y="61991"/>
            <a:ext cx="949613" cy="607245"/>
          </a:xfrm>
          <a:prstGeom prst="rect">
            <a:avLst/>
          </a:prstGeom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6232346" y="1020568"/>
            <a:ext cx="5420498" cy="2652903"/>
          </a:xfrm>
          <a:prstGeom prst="rect">
            <a:avLst/>
          </a:prstGeom>
          <a:solidFill>
            <a:schemeClr val="accent1">
              <a:lumMod val="50000"/>
              <a:alpha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600" b="1" dirty="0"/>
              <a:t>Usuário:</a:t>
            </a:r>
            <a:r>
              <a:rPr lang="pt-BR" sz="3600" dirty="0"/>
              <a:t>fic55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3600" b="1" dirty="0"/>
              <a:t>Senha:</a:t>
            </a:r>
            <a:r>
              <a:rPr lang="pt-BR" sz="3600" dirty="0"/>
              <a:t>Senai123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3600" b="1" dirty="0" err="1"/>
              <a:t>Wifi</a:t>
            </a:r>
            <a:r>
              <a:rPr lang="pt-BR" sz="3600" b="1" dirty="0"/>
              <a:t>: </a:t>
            </a:r>
            <a:r>
              <a:rPr lang="pt-BR" sz="3600" dirty="0"/>
              <a:t>WiFiSen@i123</a:t>
            </a:r>
          </a:p>
          <a:p>
            <a:pPr marL="0" indent="0">
              <a:buNone/>
            </a:pPr>
            <a:r>
              <a:rPr lang="pt-BR" sz="3600" b="1" dirty="0"/>
              <a:t>Turma: Python-02-G</a:t>
            </a:r>
            <a:endParaRPr lang="pt-BR" sz="3600" u="sng" dirty="0"/>
          </a:p>
          <a:p>
            <a:pPr marL="0" indent="0">
              <a:buFont typeface="Arial" panose="020B0604020202020204" pitchFamily="34" charset="0"/>
              <a:buNone/>
            </a:pPr>
            <a:endParaRPr lang="pt-BR" sz="36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540795" y="3736624"/>
            <a:ext cx="116018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Instrutor: </a:t>
            </a:r>
            <a:r>
              <a:rPr lang="pt-BR" sz="3600" dirty="0"/>
              <a:t>Marcos André - 		</a:t>
            </a:r>
            <a:r>
              <a:rPr lang="pt-BR" sz="3600" b="1" dirty="0">
                <a:solidFill>
                  <a:srgbClr val="FF0000"/>
                </a:solidFill>
                <a:hlinkClick r:id="rId5"/>
              </a:rPr>
              <a:t>m.andre1977@gmail.com</a:t>
            </a:r>
            <a:endParaRPr lang="pt-BR" sz="3600" b="1" dirty="0">
              <a:solidFill>
                <a:srgbClr val="FF0000"/>
              </a:solidFill>
            </a:endParaRPr>
          </a:p>
          <a:p>
            <a:r>
              <a:rPr lang="pt-BR" sz="3600" b="1" dirty="0">
                <a:solidFill>
                  <a:srgbClr val="FF0000"/>
                </a:solidFill>
              </a:rPr>
              <a:t>									        </a:t>
            </a:r>
            <a:r>
              <a:rPr lang="pt-BR" sz="3600" b="1" dirty="0"/>
              <a:t>95814-2526</a:t>
            </a:r>
          </a:p>
          <a:p>
            <a:endParaRPr lang="pt-BR" b="1" dirty="0"/>
          </a:p>
          <a:p>
            <a:r>
              <a:rPr lang="pt-BR" sz="3600" b="1" dirty="0"/>
              <a:t>OPP: </a:t>
            </a:r>
            <a:r>
              <a:rPr lang="pt-BR" sz="3600" dirty="0"/>
              <a:t>Fernando </a:t>
            </a:r>
            <a:r>
              <a:rPr lang="pt-BR" sz="3600" dirty="0" err="1"/>
              <a:t>Franhani</a:t>
            </a:r>
            <a:endParaRPr lang="pt-BR" sz="3600" dirty="0"/>
          </a:p>
        </p:txBody>
      </p:sp>
      <p:sp>
        <p:nvSpPr>
          <p:cNvPr id="4" name="Retângulo 3"/>
          <p:cNvSpPr/>
          <p:nvPr/>
        </p:nvSpPr>
        <p:spPr>
          <a:xfrm>
            <a:off x="9995561" y="5567881"/>
            <a:ext cx="1909746" cy="407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utoShape 2" descr="Resultado de imagem para mai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126" name="Picture 6" descr="Resultado de imagem para mail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39481" y="3817934"/>
            <a:ext cx="1065521" cy="64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Resultado de imagem para what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2595" y="4311306"/>
            <a:ext cx="776722" cy="76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743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035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41" y="61992"/>
            <a:ext cx="889273" cy="56866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9995561" y="5567881"/>
            <a:ext cx="1909746" cy="407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734722" y="0"/>
            <a:ext cx="10515600" cy="883441"/>
          </a:xfrm>
        </p:spPr>
        <p:txBody>
          <a:bodyPr/>
          <a:lstStyle/>
          <a:p>
            <a:pPr algn="ctr" fontAlgn="base"/>
            <a:r>
              <a:rPr lang="pt-BR" b="1" dirty="0">
                <a:latin typeface="Arial Black" panose="020B0A04020102020204" pitchFamily="34" charset="0"/>
              </a:rPr>
              <a:t>Programação do Curso:</a:t>
            </a:r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13" name="Espaço Reservado para Conteúdo 3"/>
          <p:cNvSpPr>
            <a:spLocks noGrp="1"/>
          </p:cNvSpPr>
          <p:nvPr>
            <p:ph idx="1"/>
          </p:nvPr>
        </p:nvSpPr>
        <p:spPr>
          <a:xfrm>
            <a:off x="413607" y="889739"/>
            <a:ext cx="11394459" cy="5398882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pt-BR" sz="3600" b="1" dirty="0"/>
              <a:t>Programação em Python: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pt-BR" dirty="0"/>
              <a:t>O Curso de Aperfeiçoamento Profissional Programação em Python tem por objetivo capacitar profissionais para desenvolver aplicações em linguagem Python, por meio de técnicas de programação, seguindo boas práticas, procedimentos e normas.</a:t>
            </a:r>
            <a:endParaRPr lang="pt-BR" sz="3600" dirty="0">
              <a:latin typeface="Arial" panose="020B0604020202020204" pitchFamily="34" charset="0"/>
            </a:endParaRPr>
          </a:p>
          <a:p>
            <a:pPr marL="0" indent="0" fontAlgn="base">
              <a:buNone/>
            </a:pPr>
            <a:endParaRPr lang="pt-BR" sz="3600" b="1" dirty="0"/>
          </a:p>
          <a:p>
            <a:pPr marL="0" indent="0" fontAlgn="base">
              <a:buNone/>
            </a:pPr>
            <a:endParaRPr lang="pt-BR" sz="3200" dirty="0">
              <a:latin typeface="Agency FB" panose="020B0503020202020204" pitchFamily="34" charset="0"/>
            </a:endParaRPr>
          </a:p>
          <a:p>
            <a:pPr marL="0" indent="0" fontAlgn="base">
              <a:buNone/>
            </a:pPr>
            <a:br>
              <a:rPr lang="pt-BR" sz="3600" dirty="0"/>
            </a:b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670073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035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41" y="61992"/>
            <a:ext cx="889273" cy="56866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9995561" y="5567881"/>
            <a:ext cx="1909746" cy="407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734722" y="0"/>
            <a:ext cx="10515600" cy="883441"/>
          </a:xfrm>
        </p:spPr>
        <p:txBody>
          <a:bodyPr/>
          <a:lstStyle/>
          <a:p>
            <a:pPr algn="ctr" fontAlgn="base"/>
            <a:r>
              <a:rPr lang="pt-BR" b="1" dirty="0">
                <a:latin typeface="Arial Black" panose="020B0A04020102020204" pitchFamily="34" charset="0"/>
              </a:rPr>
              <a:t>Programação do Curso:</a:t>
            </a:r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13" name="Espaço Reservado para Conteúdo 3"/>
          <p:cNvSpPr>
            <a:spLocks noGrp="1"/>
          </p:cNvSpPr>
          <p:nvPr>
            <p:ph idx="1"/>
          </p:nvPr>
        </p:nvSpPr>
        <p:spPr>
          <a:xfrm>
            <a:off x="413607" y="889739"/>
            <a:ext cx="11394459" cy="5398882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pt-BR" sz="3600" b="1" dirty="0"/>
              <a:t>Programação em Python: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solidFill>
                  <a:srgbClr val="212529"/>
                </a:solidFill>
                <a:latin typeface="Montserrat"/>
              </a:rPr>
              <a:t>Identificar os requisitos do problema para definição dos recursos a serem utilizados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solidFill>
                  <a:srgbClr val="212529"/>
                </a:solidFill>
                <a:latin typeface="Montserrat"/>
              </a:rPr>
              <a:t>Elaborar algoritmo da solução do problema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solidFill>
                  <a:srgbClr val="212529"/>
                </a:solidFill>
                <a:latin typeface="Montserrat"/>
              </a:rPr>
              <a:t>Configurar o ambiente de desenvolvimento em Python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solidFill>
                  <a:srgbClr val="212529"/>
                </a:solidFill>
                <a:latin typeface="Montserrat"/>
              </a:rPr>
              <a:t>Programar em linguagem Python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solidFill>
                  <a:srgbClr val="212529"/>
                </a:solidFill>
                <a:latin typeface="Montserrat"/>
              </a:rPr>
              <a:t>Validar software por meio de testes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solidFill>
                  <a:srgbClr val="212529"/>
                </a:solidFill>
                <a:latin typeface="Montserrat"/>
              </a:rPr>
              <a:t>Demonstrar raciocínio lógico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solidFill>
                  <a:srgbClr val="212529"/>
                </a:solidFill>
                <a:latin typeface="Montserrat"/>
              </a:rPr>
              <a:t>Demonstrar capacidade de organização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dirty="0">
                <a:solidFill>
                  <a:srgbClr val="212529"/>
                </a:solidFill>
                <a:latin typeface="Montserrat"/>
              </a:rPr>
              <a:t>Demonstrar atenção a detalhes</a:t>
            </a:r>
            <a:r>
              <a:rPr lang="pt-BR" altLang="pt-BR" sz="1600" dirty="0"/>
              <a:t> </a:t>
            </a:r>
            <a:endParaRPr lang="pt-BR" altLang="pt-BR" sz="4400" dirty="0">
              <a:latin typeface="Arial" panose="020B0604020202020204" pitchFamily="34" charset="0"/>
            </a:endParaRPr>
          </a:p>
          <a:p>
            <a:pPr marL="0" indent="0" fontAlgn="base">
              <a:buNone/>
            </a:pPr>
            <a:endParaRPr lang="pt-BR" sz="3200" dirty="0">
              <a:latin typeface="Agency FB" panose="020B0503020202020204" pitchFamily="34" charset="0"/>
            </a:endParaRPr>
          </a:p>
          <a:p>
            <a:pPr marL="0" indent="0" fontAlgn="base">
              <a:buNone/>
            </a:pPr>
            <a:br>
              <a:rPr lang="pt-BR" sz="3600" dirty="0"/>
            </a:br>
            <a:endParaRPr lang="pt-BR" sz="3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F0F13A-0AAF-4C61-B37B-4AB6BDB02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0805"/>
            <a:ext cx="184731" cy="26161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1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70164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035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41" y="61992"/>
            <a:ext cx="889273" cy="56866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9995561" y="5567881"/>
            <a:ext cx="1909746" cy="407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734722" y="0"/>
            <a:ext cx="10515600" cy="883441"/>
          </a:xfrm>
        </p:spPr>
        <p:txBody>
          <a:bodyPr/>
          <a:lstStyle/>
          <a:p>
            <a:pPr algn="ctr" fontAlgn="base"/>
            <a:r>
              <a:rPr lang="pt-BR" b="1" dirty="0">
                <a:latin typeface="Arial Black" panose="020B0A04020102020204" pitchFamily="34" charset="0"/>
              </a:rPr>
              <a:t>Programação do Curso:</a:t>
            </a:r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13" name="Espaço Reservado para Conteúdo 3"/>
          <p:cNvSpPr>
            <a:spLocks noGrp="1"/>
          </p:cNvSpPr>
          <p:nvPr>
            <p:ph idx="1"/>
          </p:nvPr>
        </p:nvSpPr>
        <p:spPr>
          <a:xfrm>
            <a:off x="413607" y="889739"/>
            <a:ext cx="11394459" cy="53988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b="1" dirty="0"/>
              <a:t>Requisitos</a:t>
            </a:r>
          </a:p>
          <a:p>
            <a:pPr marL="0" indent="0">
              <a:buNone/>
            </a:pPr>
            <a:r>
              <a:rPr lang="pt-BR" dirty="0"/>
              <a:t>O aluno deverá, no início do curso, ter no mínimo 14 anos de idade.</a:t>
            </a:r>
            <a:br>
              <a:rPr lang="pt-BR" dirty="0"/>
            </a:br>
            <a:r>
              <a:rPr lang="pt-BR" dirty="0"/>
              <a:t>O aluno deverá ter concluído o Nível Fundamental.</a:t>
            </a:r>
            <a:br>
              <a:rPr lang="pt-BR" dirty="0"/>
            </a:br>
            <a:r>
              <a:rPr lang="pt-BR" dirty="0"/>
              <a:t>Ter conhecimentos na área, adquiridos em cursos ou trabalhos formais e informais. ;</a:t>
            </a:r>
          </a:p>
          <a:p>
            <a:pPr marL="0" indent="0" fontAlgn="base">
              <a:buNone/>
            </a:pPr>
            <a:endParaRPr lang="pt-BR" sz="3200" dirty="0">
              <a:latin typeface="Agency FB" panose="020B0503020202020204" pitchFamily="34" charset="0"/>
            </a:endParaRPr>
          </a:p>
          <a:p>
            <a:pPr marL="0" indent="0" fontAlgn="base">
              <a:buNone/>
            </a:pPr>
            <a:br>
              <a:rPr lang="pt-BR" sz="3600" dirty="0"/>
            </a:br>
            <a:endParaRPr lang="pt-BR" sz="3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F0F13A-0AAF-4C61-B37B-4AB6BDB02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0805"/>
            <a:ext cx="184731" cy="26161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1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85572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035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41" y="61992"/>
            <a:ext cx="889273" cy="56866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9995561" y="5567881"/>
            <a:ext cx="1909746" cy="4074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734722" y="0"/>
            <a:ext cx="10515600" cy="883441"/>
          </a:xfrm>
        </p:spPr>
        <p:txBody>
          <a:bodyPr/>
          <a:lstStyle/>
          <a:p>
            <a:pPr algn="ctr" fontAlgn="base"/>
            <a:r>
              <a:rPr lang="pt-BR" b="1" dirty="0">
                <a:latin typeface="Arial Black" panose="020B0A04020102020204" pitchFamily="34" charset="0"/>
              </a:rPr>
              <a:t>Programação do Curso:</a:t>
            </a:r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13" name="Espaço Reservado para Conteúdo 3"/>
          <p:cNvSpPr>
            <a:spLocks noGrp="1"/>
          </p:cNvSpPr>
          <p:nvPr>
            <p:ph idx="1"/>
          </p:nvPr>
        </p:nvSpPr>
        <p:spPr>
          <a:xfrm>
            <a:off x="413607" y="889739"/>
            <a:ext cx="11394459" cy="5398882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400" b="1" dirty="0">
                <a:solidFill>
                  <a:srgbClr val="212529"/>
                </a:solidFill>
                <a:latin typeface="Montserrat"/>
              </a:rPr>
              <a:t>PERFIL PROFISSIONAL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400" dirty="0">
                <a:solidFill>
                  <a:srgbClr val="212529"/>
                </a:solidFill>
                <a:latin typeface="Montserrat"/>
              </a:rPr>
              <a:t>Desenvolver aplicações em linguagem Python, por meio de técnicas de programação, seguindo boas práticas, procedimentos e normas.</a:t>
            </a:r>
            <a:br>
              <a:rPr lang="pt-BR" altLang="pt-BR" sz="2400" dirty="0">
                <a:solidFill>
                  <a:srgbClr val="212529"/>
                </a:solidFill>
                <a:latin typeface="Montserrat"/>
              </a:rPr>
            </a:br>
            <a:endParaRPr lang="pt-BR" altLang="pt-BR" sz="2400" dirty="0">
              <a:solidFill>
                <a:srgbClr val="212529"/>
              </a:solidFill>
              <a:latin typeface="Montserra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400" b="1" dirty="0">
                <a:solidFill>
                  <a:srgbClr val="212529"/>
                </a:solidFill>
                <a:latin typeface="Montserrat"/>
              </a:rPr>
              <a:t>CAPACIDADES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400" dirty="0">
                <a:solidFill>
                  <a:srgbClr val="212529"/>
                </a:solidFill>
                <a:latin typeface="Montserrat"/>
              </a:rPr>
              <a:t>Identificar os requisitos do problema para definição dos recursos a serem utilizados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400" dirty="0">
                <a:solidFill>
                  <a:srgbClr val="212529"/>
                </a:solidFill>
                <a:latin typeface="Montserrat"/>
              </a:rPr>
              <a:t>Elaborar algoritmo da solução do problema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400" dirty="0">
                <a:solidFill>
                  <a:srgbClr val="212529"/>
                </a:solidFill>
                <a:latin typeface="Montserrat"/>
              </a:rPr>
              <a:t>Configurar o ambiente de desenvolvimento em Python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400" dirty="0">
                <a:solidFill>
                  <a:srgbClr val="212529"/>
                </a:solidFill>
                <a:latin typeface="Montserrat"/>
              </a:rPr>
              <a:t>Programar em linguagem Python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400" dirty="0">
                <a:solidFill>
                  <a:srgbClr val="212529"/>
                </a:solidFill>
                <a:latin typeface="Montserrat"/>
              </a:rPr>
              <a:t>Validar software por meio de testes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400" dirty="0">
                <a:solidFill>
                  <a:srgbClr val="212529"/>
                </a:solidFill>
                <a:latin typeface="Montserrat"/>
              </a:rPr>
              <a:t>Demonstrar raciocínio lógico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400" dirty="0">
                <a:solidFill>
                  <a:srgbClr val="212529"/>
                </a:solidFill>
                <a:latin typeface="Montserrat"/>
              </a:rPr>
              <a:t>Demonstrar capacidade de organização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400" dirty="0">
                <a:solidFill>
                  <a:srgbClr val="212529"/>
                </a:solidFill>
                <a:latin typeface="Montserrat"/>
              </a:rPr>
              <a:t>Demonstrar atenção a detalhes</a:t>
            </a:r>
            <a:endParaRPr lang="pt-BR" altLang="pt-BR" sz="4000" dirty="0">
              <a:latin typeface="Arial" panose="020B0604020202020204" pitchFamily="34" charset="0"/>
            </a:endParaRPr>
          </a:p>
          <a:p>
            <a:pPr marL="0" indent="0" fontAlgn="base">
              <a:buNone/>
            </a:pPr>
            <a:endParaRPr lang="pt-BR" sz="2400" dirty="0">
              <a:latin typeface="Agency FB" panose="020B0503020202020204" pitchFamily="34" charset="0"/>
            </a:endParaRPr>
          </a:p>
          <a:p>
            <a:pPr marL="0" indent="0" fontAlgn="base">
              <a:buNone/>
            </a:pPr>
            <a:br>
              <a:rPr lang="pt-BR" dirty="0"/>
            </a:br>
            <a:endParaRPr lang="pt-B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F0F13A-0AAF-4C61-B37B-4AB6BDB02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0805"/>
            <a:ext cx="184731" cy="26161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1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033051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0358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41" y="61991"/>
            <a:ext cx="1634841" cy="104542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83441"/>
          </a:xfrm>
        </p:spPr>
        <p:txBody>
          <a:bodyPr/>
          <a:lstStyle/>
          <a:p>
            <a:pPr algn="ctr" fontAlgn="base"/>
            <a:r>
              <a:rPr lang="pt-BR" b="1" dirty="0">
                <a:latin typeface="Arial Black" panose="020B0A04020102020204" pitchFamily="34" charset="0"/>
              </a:rPr>
              <a:t>Sobre as aulas:</a:t>
            </a:r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838200" y="1596708"/>
            <a:ext cx="10515600" cy="478435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pt-BR" dirty="0"/>
              <a:t>Para o curso de Programado em Python, será disponibilizado material usado nas aulas no formato PDF e PPTX.</a:t>
            </a:r>
          </a:p>
          <a:p>
            <a:pPr marL="0" indent="0" fontAlgn="base">
              <a:buNone/>
            </a:pPr>
            <a:r>
              <a:rPr lang="pt-BR" dirty="0"/>
              <a:t>Cada aluno deverá criar no seu usuário uma pasta com seu </a:t>
            </a:r>
            <a:r>
              <a:rPr lang="pt-BR" b="1" dirty="0"/>
              <a:t>NOME</a:t>
            </a:r>
            <a:r>
              <a:rPr lang="pt-BR" dirty="0"/>
              <a:t> onde serão inseridos todos os projetos, imagens, vídeos e exercícios. </a:t>
            </a:r>
          </a:p>
          <a:p>
            <a:pPr marL="0" indent="0" fontAlgn="base">
              <a:buNone/>
            </a:pPr>
            <a:r>
              <a:rPr lang="pt-BR" b="1" dirty="0"/>
              <a:t>OBS: </a:t>
            </a:r>
            <a:r>
              <a:rPr lang="pt-BR" dirty="0"/>
              <a:t>Só serão avaliadas as atividades que estiverem nesta pasta.</a:t>
            </a:r>
          </a:p>
          <a:p>
            <a:pPr marL="0" indent="0" fontAlgn="base">
              <a:buNone/>
            </a:pPr>
            <a:r>
              <a:rPr lang="pt-BR" dirty="0"/>
              <a:t>Os arquivos de utilização geral serão compartilhados na pasta COMUM.  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9995561" y="5567881"/>
            <a:ext cx="1882586" cy="398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25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0358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41" y="61991"/>
            <a:ext cx="1634841" cy="104542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9995561" y="5567881"/>
            <a:ext cx="1882586" cy="398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paço Reservado para Conteúdo 3"/>
          <p:cNvSpPr>
            <a:spLocks noGrp="1"/>
          </p:cNvSpPr>
          <p:nvPr>
            <p:ph idx="1"/>
          </p:nvPr>
        </p:nvSpPr>
        <p:spPr>
          <a:xfrm>
            <a:off x="838200" y="1313507"/>
            <a:ext cx="10515600" cy="4943192"/>
          </a:xfrm>
        </p:spPr>
        <p:txBody>
          <a:bodyPr>
            <a:noAutofit/>
          </a:bodyPr>
          <a:lstStyle/>
          <a:p>
            <a:pPr marL="0" indent="0" algn="ctr" fontAlgn="base">
              <a:buNone/>
            </a:pPr>
            <a:r>
              <a:rPr lang="pt-BR" sz="6000" b="1" dirty="0">
                <a:solidFill>
                  <a:srgbClr val="FF0000"/>
                </a:solidFill>
              </a:rPr>
              <a:t>Critérios de Aprovação:</a:t>
            </a:r>
          </a:p>
          <a:p>
            <a:pPr marL="0" indent="0" algn="ctr" fontAlgn="base">
              <a:buNone/>
            </a:pPr>
            <a:endParaRPr lang="pt-BR" sz="6000" b="1" dirty="0"/>
          </a:p>
          <a:p>
            <a:pPr marL="0" indent="0" algn="ctr" fontAlgn="base">
              <a:buNone/>
            </a:pPr>
            <a:r>
              <a:rPr lang="pt-BR" sz="6000" b="1" dirty="0"/>
              <a:t>Nota Final: &gt;=50</a:t>
            </a:r>
          </a:p>
          <a:p>
            <a:pPr marL="0" indent="0" algn="ctr" fontAlgn="base">
              <a:buNone/>
            </a:pPr>
            <a:r>
              <a:rPr lang="pt-BR" sz="6000" b="1" dirty="0"/>
              <a:t>e</a:t>
            </a:r>
          </a:p>
          <a:p>
            <a:pPr marL="0" indent="0" algn="ctr" fontAlgn="base">
              <a:buNone/>
            </a:pPr>
            <a:r>
              <a:rPr lang="pt-BR" sz="6000" b="1" dirty="0"/>
              <a:t>Faltas: &lt;25%</a:t>
            </a:r>
          </a:p>
          <a:p>
            <a:pPr marL="0" indent="0" algn="ctr" fontAlgn="base">
              <a:buNone/>
            </a:pP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047039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035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10025267" y="5599904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08" y="5106824"/>
            <a:ext cx="1634841" cy="1045425"/>
          </a:xfrm>
          <a:prstGeom prst="rect">
            <a:avLst/>
          </a:prstGeom>
        </p:spPr>
      </p:pic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838200" y="2166551"/>
            <a:ext cx="10515600" cy="906162"/>
          </a:xfrm>
        </p:spPr>
        <p:txBody>
          <a:bodyPr>
            <a:noAutofit/>
          </a:bodyPr>
          <a:lstStyle/>
          <a:p>
            <a:pPr marL="0" indent="0" algn="ctr" fontAlgn="base">
              <a:buNone/>
            </a:pPr>
            <a:r>
              <a:rPr lang="pt-BR" sz="6600" b="1" dirty="0"/>
              <a:t>Sejam todos bem vindos </a:t>
            </a:r>
          </a:p>
          <a:p>
            <a:pPr marL="0" indent="0" algn="ctr" fontAlgn="base">
              <a:buNone/>
            </a:pPr>
            <a:r>
              <a:rPr lang="pt-BR" sz="6600" b="1" dirty="0"/>
              <a:t>e um ótimo curso.</a:t>
            </a:r>
          </a:p>
        </p:txBody>
      </p:sp>
    </p:spTree>
    <p:extLst>
      <p:ext uri="{BB962C8B-B14F-4D97-AF65-F5344CB8AC3E}">
        <p14:creationId xmlns:p14="http://schemas.microsoft.com/office/powerpoint/2010/main" val="40831602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410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Agency FB</vt:lpstr>
      <vt:lpstr>Arial</vt:lpstr>
      <vt:lpstr>Arial Black</vt:lpstr>
      <vt:lpstr>Calibri</vt:lpstr>
      <vt:lpstr>Calibri Light</vt:lpstr>
      <vt:lpstr>Montserrat</vt:lpstr>
      <vt:lpstr>Tema do Office</vt:lpstr>
      <vt:lpstr>Apresentação do PowerPoint</vt:lpstr>
      <vt:lpstr>Turma: PYTHON-01-G </vt:lpstr>
      <vt:lpstr>Programação do Curso:</vt:lpstr>
      <vt:lpstr>Programação do Curso:</vt:lpstr>
      <vt:lpstr>Programação do Curso:</vt:lpstr>
      <vt:lpstr>Programação do Curso:</vt:lpstr>
      <vt:lpstr>Sobre as aulas:</vt:lpstr>
      <vt:lpstr>Apresentação do PowerPoint</vt:lpstr>
      <vt:lpstr>Apresentação do PowerPoint</vt:lpstr>
    </vt:vector>
  </TitlesOfParts>
  <Company>SESI_SENAI_SP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André da Silva</dc:creator>
  <cp:lastModifiedBy>MARCOS ANDRE DA SILVA</cp:lastModifiedBy>
  <cp:revision>40</cp:revision>
  <dcterms:created xsi:type="dcterms:W3CDTF">2017-07-19T17:45:31Z</dcterms:created>
  <dcterms:modified xsi:type="dcterms:W3CDTF">2025-09-16T16:47:06Z</dcterms:modified>
</cp:coreProperties>
</file>