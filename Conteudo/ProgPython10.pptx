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80" r:id="rId9"/>
    <p:sldId id="279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80"/>
            <p14:sldId id="279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5B9BD5"/>
    <a:srgbClr val="FF66FF"/>
    <a:srgbClr val="FF5050"/>
    <a:srgbClr val="0066CC"/>
    <a:srgbClr val="CC0000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/>
              <a:t>Aula 10 </a:t>
            </a:r>
            <a:endParaRPr lang="pt-BR" sz="36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NO PYTHON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CRIANDO INTERFACES COM TKINTER NO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Introdução ao </a:t>
            </a:r>
            <a:r>
              <a:rPr lang="pt-BR" sz="1800" b="1" dirty="0" err="1"/>
              <a:t>Tkinter</a:t>
            </a: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O que é o </a:t>
            </a:r>
            <a:r>
              <a:rPr lang="pt-BR" sz="1800" b="1" dirty="0" err="1"/>
              <a:t>Tkinter</a:t>
            </a:r>
            <a:r>
              <a:rPr lang="pt-BR" sz="1800" b="1" dirty="0"/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É a biblioteca padrão do Python para criar interfaces gráficas. É multiplataforma (Windows, Linux, </a:t>
            </a:r>
            <a:r>
              <a:rPr lang="pt-BR" sz="1800" dirty="0" err="1"/>
              <a:t>macOS</a:t>
            </a:r>
            <a:r>
              <a:rPr lang="pt-BR" sz="1800" dirty="0"/>
              <a:t>). Esta biblioteca não precisa ser instalada separadamente (já vem com o Python).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Permite criar janelas, botões, menus, formulários,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Como importar: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tkinter</a:t>
            </a:r>
            <a:r>
              <a:rPr lang="pt-BR" sz="1800" dirty="0"/>
              <a:t> as </a:t>
            </a:r>
            <a:r>
              <a:rPr lang="pt-BR" sz="1800" dirty="0" err="1"/>
              <a:t>tk</a:t>
            </a: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from</a:t>
            </a:r>
            <a:r>
              <a:rPr lang="pt-BR" sz="1800" dirty="0"/>
              <a:t> </a:t>
            </a:r>
            <a:r>
              <a:rPr lang="pt-BR" sz="1800" dirty="0" err="1"/>
              <a:t>tkinter</a:t>
            </a:r>
            <a:r>
              <a:rPr lang="pt-BR" sz="1800" dirty="0"/>
              <a:t> </a:t>
            </a: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messagebox</a:t>
            </a: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Estrutura básica de um programa com </a:t>
            </a:r>
            <a:r>
              <a:rPr lang="pt-BR" sz="1800" b="1" dirty="0" err="1"/>
              <a:t>Tkinter</a:t>
            </a: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tkinter</a:t>
            </a:r>
            <a:r>
              <a:rPr lang="pt-BR" sz="1800" dirty="0"/>
              <a:t> as </a:t>
            </a:r>
            <a:r>
              <a:rPr lang="pt-BR" sz="1800" dirty="0" err="1"/>
              <a:t>tk</a:t>
            </a: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Janela principal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app = </a:t>
            </a:r>
            <a:r>
              <a:rPr lang="pt-BR" sz="1800" dirty="0" err="1"/>
              <a:t>tk.Tk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app.title</a:t>
            </a:r>
            <a:r>
              <a:rPr lang="pt-BR" sz="1800" dirty="0"/>
              <a:t>("Minha primeira GUI")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app.geometry</a:t>
            </a:r>
            <a:r>
              <a:rPr lang="pt-BR" sz="1800" dirty="0"/>
              <a:t>("300x200")  # largura x altura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/>
              <a:t># Loop da aplicação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app.mainloop</a:t>
            </a:r>
            <a:r>
              <a:rPr lang="pt-BR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Tk</a:t>
            </a:r>
            <a:r>
              <a:rPr lang="pt-BR" sz="1800" dirty="0"/>
              <a:t>() cria a janela.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title</a:t>
            </a:r>
            <a:r>
              <a:rPr lang="pt-BR" sz="1800" dirty="0"/>
              <a:t>() define o título.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geometry</a:t>
            </a:r>
            <a:r>
              <a:rPr lang="pt-BR" sz="1800" dirty="0"/>
              <a:t>() define o tamanho.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dirty="0" err="1"/>
              <a:t>mainloop</a:t>
            </a:r>
            <a:r>
              <a:rPr lang="pt-BR" sz="1800" dirty="0"/>
              <a:t>() mantém a janela aberta.</a:t>
            </a:r>
          </a:p>
        </p:txBody>
      </p:sp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C650-C036-1242-13CF-D1F42EE9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8DE05B42-1636-86CA-065E-B58FA934B9DE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EF53B10-0D8B-E141-0FEB-0F1B8EDD3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5B4234D-FFB0-0457-3EF6-D20F0DDB13B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B46E3455-D1CE-A2F4-1CDA-8E4FF3721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340E799-A857-6981-42B8-279B31FF25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28C6934C-F428-7AB7-D2C3-829F06F5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NO PYTHON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98A53F63-2293-0EDF-B4B6-7E5231BFD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b="1" dirty="0"/>
              <a:t>CRIANDO INTERFACES COM TKINTER NO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WIDIGETS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São os elementos de uma interface no </a:t>
            </a:r>
            <a:r>
              <a:rPr lang="pt-BR" sz="1800" dirty="0" err="1"/>
              <a:t>tkinter</a:t>
            </a:r>
            <a:r>
              <a:rPr lang="pt-BR" sz="1800"/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/>
              <a:t>Labels</a:t>
            </a:r>
            <a:r>
              <a:rPr lang="pt-BR" sz="1800" dirty="0"/>
              <a:t> –rótulos ou legendas, </a:t>
            </a:r>
            <a:r>
              <a:rPr lang="pt-BR" sz="1800" dirty="0" err="1"/>
              <a:t>Entry</a:t>
            </a:r>
            <a:r>
              <a:rPr lang="pt-BR" sz="1800" dirty="0"/>
              <a:t> – caixas de texto, Button – botão de comando, </a:t>
            </a:r>
            <a:r>
              <a:rPr lang="pt-BR" sz="1800" dirty="0" err="1"/>
              <a:t>Text</a:t>
            </a:r>
            <a:r>
              <a:rPr lang="pt-BR" sz="1800" dirty="0"/>
              <a:t> – área de texto,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Cada elemento (objeto) permite criar possibilidade de entradas INPUTS e saídas (OUTPUTS) para o usuário, podendo utilizar as funções para realizar ações, como ao clicar em um botão por exemplo.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59914A77-C989-5BA0-4945-3C8FE1FBED98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31D1E032-3E40-098D-41B1-0759E749A15C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Principais Widgets do </a:t>
            </a:r>
            <a:r>
              <a:rPr lang="pt-BR" sz="1800" b="1" dirty="0" err="1"/>
              <a:t>Tkinter</a:t>
            </a: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 err="1"/>
              <a:t>Label</a:t>
            </a:r>
            <a:r>
              <a:rPr lang="pt-BR" sz="1800" b="1" dirty="0"/>
              <a:t> (Texto)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label</a:t>
            </a:r>
            <a:r>
              <a:rPr lang="pt-BR" sz="1600" dirty="0"/>
              <a:t> = </a:t>
            </a:r>
            <a:r>
              <a:rPr lang="pt-BR" sz="1600" dirty="0" err="1"/>
              <a:t>tk.Label</a:t>
            </a:r>
            <a:r>
              <a:rPr lang="pt-BR" sz="1600" dirty="0"/>
              <a:t>(janela, </a:t>
            </a:r>
            <a:r>
              <a:rPr lang="pt-BR" sz="1600" dirty="0" err="1"/>
              <a:t>text</a:t>
            </a:r>
            <a:r>
              <a:rPr lang="pt-BR" sz="1600" dirty="0"/>
              <a:t>="Olá, </a:t>
            </a:r>
            <a:r>
              <a:rPr lang="pt-BR" sz="1600" dirty="0" err="1"/>
              <a:t>Tkinter</a:t>
            </a:r>
            <a:r>
              <a:rPr lang="pt-BR" sz="1600" dirty="0"/>
              <a:t>!", </a:t>
            </a:r>
            <a:r>
              <a:rPr lang="pt-BR" sz="1600" dirty="0" err="1"/>
              <a:t>font</a:t>
            </a:r>
            <a:r>
              <a:rPr lang="pt-BR" sz="1600" dirty="0"/>
              <a:t>=("Arial", 14))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label.pack</a:t>
            </a:r>
            <a:r>
              <a:rPr lang="pt-BR" sz="16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Button (Botão)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def</a:t>
            </a:r>
            <a:r>
              <a:rPr lang="pt-BR" sz="1600" dirty="0"/>
              <a:t> clique():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    </a:t>
            </a:r>
            <a:r>
              <a:rPr lang="pt-BR" sz="1600" dirty="0" err="1"/>
              <a:t>messagebox.showinfo</a:t>
            </a:r>
            <a:r>
              <a:rPr lang="pt-BR" sz="1600" dirty="0"/>
              <a:t>("Mensagem", "Você clicou no botão!")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botao</a:t>
            </a:r>
            <a:r>
              <a:rPr lang="pt-BR" sz="1600" dirty="0"/>
              <a:t> = </a:t>
            </a:r>
            <a:r>
              <a:rPr lang="pt-BR" sz="1600" dirty="0" err="1"/>
              <a:t>tk.Button</a:t>
            </a:r>
            <a:r>
              <a:rPr lang="pt-BR" sz="1600" dirty="0"/>
              <a:t>(janela, </a:t>
            </a:r>
            <a:r>
              <a:rPr lang="pt-BR" sz="1600" dirty="0" err="1"/>
              <a:t>text</a:t>
            </a:r>
            <a:r>
              <a:rPr lang="pt-BR" sz="1600" dirty="0"/>
              <a:t>="Clique aqui", </a:t>
            </a:r>
            <a:r>
              <a:rPr lang="pt-BR" sz="1600" dirty="0" err="1"/>
              <a:t>command</a:t>
            </a:r>
            <a:r>
              <a:rPr lang="pt-BR" sz="1600" dirty="0"/>
              <a:t>=clique)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botao.pack</a:t>
            </a:r>
            <a:r>
              <a:rPr lang="pt-BR" sz="16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Entry</a:t>
            </a:r>
            <a:r>
              <a:rPr lang="pt-BR" sz="1800" b="1" dirty="0"/>
              <a:t> (Caixa de Texto)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entrada = </a:t>
            </a:r>
            <a:r>
              <a:rPr lang="pt-BR" sz="1600" dirty="0" err="1"/>
              <a:t>tk.Entry</a:t>
            </a:r>
            <a:r>
              <a:rPr lang="pt-BR" sz="1600" dirty="0"/>
              <a:t>(janela)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entrada.pack</a:t>
            </a:r>
            <a:r>
              <a:rPr lang="pt-BR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3395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D02DC-12C2-2D28-9D16-69D5F8AE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B6A9DF8-1B95-383B-B656-BD88918E1B78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D418CC2-3D0D-182B-33C3-2C658950E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3282E0B-8F5B-2E21-0EDB-83BB738DCB36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14ADDB8-427C-591A-641A-DE5DB51D92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3891DBD-7F1E-386A-0E2F-21B9728D6C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D68D108-18FC-5069-CFC1-45CFD2F4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NO PYTHON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8803890F-0E7C-3BCB-C454-00B338C4E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OUTROS WIDGETS USADOS EM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b="1" dirty="0" err="1"/>
              <a:t>Text</a:t>
            </a:r>
            <a:r>
              <a:rPr lang="pt-BR" sz="1800" b="1" dirty="0"/>
              <a:t> (Área de Texto Multilinha)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dirty="0"/>
              <a:t>texto = </a:t>
            </a:r>
            <a:r>
              <a:rPr lang="pt-BR" sz="1600" dirty="0" err="1"/>
              <a:t>tk.Text</a:t>
            </a:r>
            <a:r>
              <a:rPr lang="pt-BR" sz="1600" dirty="0"/>
              <a:t>(janela, </a:t>
            </a:r>
            <a:r>
              <a:rPr lang="pt-BR" sz="1600" dirty="0" err="1"/>
              <a:t>height</a:t>
            </a:r>
            <a:r>
              <a:rPr lang="pt-BR" sz="1600" dirty="0"/>
              <a:t>=5, </a:t>
            </a:r>
            <a:r>
              <a:rPr lang="pt-BR" sz="1600" dirty="0" err="1"/>
              <a:t>width</a:t>
            </a:r>
            <a:r>
              <a:rPr lang="pt-BR" sz="1600" dirty="0"/>
              <a:t>=30)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dirty="0" err="1"/>
              <a:t>texto.pack</a:t>
            </a:r>
            <a:r>
              <a:rPr lang="pt-BR" sz="16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Checkbutton</a:t>
            </a:r>
            <a:r>
              <a:rPr lang="pt-BR" sz="1800" b="1" dirty="0"/>
              <a:t> (Caixa de Seleção)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dirty="0"/>
              <a:t>var = </a:t>
            </a:r>
            <a:r>
              <a:rPr lang="pt-BR" sz="1600" dirty="0" err="1"/>
              <a:t>tk.BooleanVar</a:t>
            </a:r>
            <a:r>
              <a:rPr lang="pt-BR" sz="1600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dirty="0" err="1"/>
              <a:t>check</a:t>
            </a:r>
            <a:r>
              <a:rPr lang="pt-BR" sz="1600" dirty="0"/>
              <a:t> = </a:t>
            </a:r>
            <a:r>
              <a:rPr lang="pt-BR" sz="1600" dirty="0" err="1"/>
              <a:t>tk.Checkbutton</a:t>
            </a:r>
            <a:r>
              <a:rPr lang="pt-BR" sz="1600" dirty="0"/>
              <a:t>(janela, </a:t>
            </a:r>
            <a:r>
              <a:rPr lang="pt-BR" sz="1600" dirty="0" err="1"/>
              <a:t>text</a:t>
            </a:r>
            <a:r>
              <a:rPr lang="pt-BR" sz="1600" dirty="0"/>
              <a:t>="Aceito os termos", </a:t>
            </a:r>
            <a:r>
              <a:rPr lang="pt-BR" sz="1600" dirty="0" err="1"/>
              <a:t>variable</a:t>
            </a:r>
            <a:r>
              <a:rPr lang="pt-BR" sz="1600" dirty="0"/>
              <a:t>=var)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dirty="0" err="1"/>
              <a:t>check.pack</a:t>
            </a:r>
            <a:r>
              <a:rPr lang="pt-BR" sz="1600" dirty="0"/>
              <a:t>()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sz="1800" b="1" dirty="0"/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b="1" dirty="0" err="1"/>
              <a:t>Radiobutton</a:t>
            </a:r>
            <a:r>
              <a:rPr lang="pt-BR" sz="1800" b="1" dirty="0"/>
              <a:t> (Opções exclusivas)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dirty="0" err="1"/>
              <a:t>opcao</a:t>
            </a:r>
            <a:r>
              <a:rPr lang="pt-BR" sz="1600" dirty="0"/>
              <a:t> = </a:t>
            </a:r>
            <a:r>
              <a:rPr lang="pt-BR" sz="1600" dirty="0" err="1"/>
              <a:t>tk.StringVar</a:t>
            </a:r>
            <a:r>
              <a:rPr lang="pt-BR" sz="1600" dirty="0"/>
              <a:t>(</a:t>
            </a:r>
            <a:r>
              <a:rPr lang="pt-BR" sz="1600" dirty="0" err="1"/>
              <a:t>value</a:t>
            </a:r>
            <a:r>
              <a:rPr lang="pt-BR" sz="1600" dirty="0"/>
              <a:t>="A")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dirty="0" err="1"/>
              <a:t>tk.Radiobutton</a:t>
            </a:r>
            <a:r>
              <a:rPr lang="pt-BR" sz="1600" dirty="0"/>
              <a:t>(janela, </a:t>
            </a:r>
            <a:r>
              <a:rPr lang="pt-BR" sz="1600" dirty="0" err="1"/>
              <a:t>text</a:t>
            </a:r>
            <a:r>
              <a:rPr lang="pt-BR" sz="1600" dirty="0"/>
              <a:t>="Opção A", </a:t>
            </a:r>
            <a:r>
              <a:rPr lang="pt-BR" sz="1600" dirty="0" err="1"/>
              <a:t>variable</a:t>
            </a:r>
            <a:r>
              <a:rPr lang="pt-BR" sz="1600" dirty="0"/>
              <a:t>=</a:t>
            </a:r>
            <a:r>
              <a:rPr lang="pt-BR" sz="1600" dirty="0" err="1"/>
              <a:t>opcao</a:t>
            </a:r>
            <a:r>
              <a:rPr lang="pt-BR" sz="1600" dirty="0"/>
              <a:t>, </a:t>
            </a:r>
            <a:r>
              <a:rPr lang="pt-BR" sz="1600" dirty="0" err="1"/>
              <a:t>value</a:t>
            </a:r>
            <a:r>
              <a:rPr lang="pt-BR" sz="1600" dirty="0"/>
              <a:t>="A").pack()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600" dirty="0" err="1"/>
              <a:t>tk.Radiobutton</a:t>
            </a:r>
            <a:r>
              <a:rPr lang="pt-BR" sz="1600" dirty="0"/>
              <a:t>(janela, </a:t>
            </a:r>
            <a:r>
              <a:rPr lang="pt-BR" sz="1600" dirty="0" err="1"/>
              <a:t>text</a:t>
            </a:r>
            <a:r>
              <a:rPr lang="pt-BR" sz="1600" dirty="0"/>
              <a:t>="Opção B", </a:t>
            </a:r>
            <a:r>
              <a:rPr lang="pt-BR" sz="1600" dirty="0" err="1"/>
              <a:t>variable</a:t>
            </a:r>
            <a:r>
              <a:rPr lang="pt-BR" sz="1600" dirty="0"/>
              <a:t>=</a:t>
            </a:r>
            <a:r>
              <a:rPr lang="pt-BR" sz="1600" dirty="0" err="1"/>
              <a:t>opcao</a:t>
            </a:r>
            <a:r>
              <a:rPr lang="pt-BR" sz="1600" dirty="0"/>
              <a:t>, </a:t>
            </a:r>
            <a:r>
              <a:rPr lang="pt-BR" sz="1600" dirty="0" err="1"/>
              <a:t>value</a:t>
            </a:r>
            <a:r>
              <a:rPr lang="pt-BR" sz="1600" dirty="0"/>
              <a:t>="B").pack()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6F6B49EA-BA42-1D91-8646-FDDDD4783EAE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3B5DE3E6-AE83-EA01-D6F7-B69B5160BDB3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800" b="1" dirty="0"/>
              <a:t>Listbox (Lista de Itens)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lista = </a:t>
            </a:r>
            <a:r>
              <a:rPr lang="pt-BR" sz="1600" dirty="0" err="1"/>
              <a:t>tk.Listbox</a:t>
            </a:r>
            <a:r>
              <a:rPr lang="pt-BR" sz="1600" dirty="0"/>
              <a:t>(janela)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itens = ["Python", "Java", "C++"]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for item in itens: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    </a:t>
            </a:r>
            <a:r>
              <a:rPr lang="pt-BR" sz="1600" dirty="0" err="1"/>
              <a:t>lista.insert</a:t>
            </a:r>
            <a:r>
              <a:rPr lang="pt-BR" sz="1600" dirty="0"/>
              <a:t>(</a:t>
            </a:r>
            <a:r>
              <a:rPr lang="pt-BR" sz="1600" dirty="0" err="1"/>
              <a:t>tk.END</a:t>
            </a:r>
            <a:r>
              <a:rPr lang="pt-BR" sz="1600" dirty="0"/>
              <a:t>, item)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lista.pack</a:t>
            </a:r>
            <a:r>
              <a:rPr lang="pt-BR" sz="16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Combobox</a:t>
            </a:r>
            <a:r>
              <a:rPr lang="pt-BR" sz="1800" b="1" dirty="0"/>
              <a:t> (Lista Suspensa)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from</a:t>
            </a:r>
            <a:r>
              <a:rPr lang="pt-BR" sz="1600" dirty="0"/>
              <a:t> </a:t>
            </a:r>
            <a:r>
              <a:rPr lang="pt-BR" sz="1600" dirty="0" err="1"/>
              <a:t>tkinter</a:t>
            </a:r>
            <a:r>
              <a:rPr lang="pt-BR" sz="1600" dirty="0"/>
              <a:t> </a:t>
            </a:r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ttk</a:t>
            </a: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combo = </a:t>
            </a:r>
            <a:r>
              <a:rPr lang="pt-BR" sz="1600" dirty="0" err="1"/>
              <a:t>ttk.Combobox</a:t>
            </a:r>
            <a:r>
              <a:rPr lang="pt-BR" sz="1600" dirty="0"/>
              <a:t>(janela, </a:t>
            </a:r>
            <a:r>
              <a:rPr lang="pt-BR" sz="1600" dirty="0" err="1"/>
              <a:t>values</a:t>
            </a:r>
            <a:r>
              <a:rPr lang="pt-BR" sz="1600" dirty="0"/>
              <a:t>=["Opção 1", "Opção 2", "Opção 3"])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combo.current</a:t>
            </a:r>
            <a:r>
              <a:rPr lang="pt-BR" sz="1600" dirty="0"/>
              <a:t>(0)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combo.pack</a:t>
            </a:r>
            <a:r>
              <a:rPr lang="pt-BR" sz="16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Frame (Agrupamento de Widgets)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frame = </a:t>
            </a:r>
            <a:r>
              <a:rPr lang="pt-BR" sz="1600" dirty="0" err="1"/>
              <a:t>tk.Frame</a:t>
            </a:r>
            <a:r>
              <a:rPr lang="pt-BR" sz="1600" dirty="0"/>
              <a:t>(janela, </a:t>
            </a:r>
            <a:r>
              <a:rPr lang="pt-BR" sz="1600" dirty="0" err="1"/>
              <a:t>bg</a:t>
            </a:r>
            <a:r>
              <a:rPr lang="pt-BR" sz="1600" dirty="0"/>
              <a:t>="</a:t>
            </a:r>
            <a:r>
              <a:rPr lang="pt-BR" sz="1600" dirty="0" err="1"/>
              <a:t>lightgray</a:t>
            </a:r>
            <a:r>
              <a:rPr lang="pt-BR" sz="1600" dirty="0"/>
              <a:t>", </a:t>
            </a:r>
            <a:r>
              <a:rPr lang="pt-BR" sz="1600" dirty="0" err="1"/>
              <a:t>borderwidth</a:t>
            </a:r>
            <a:r>
              <a:rPr lang="pt-BR" sz="1600" dirty="0"/>
              <a:t>=2, </a:t>
            </a:r>
            <a:r>
              <a:rPr lang="pt-BR" sz="1600" dirty="0" err="1"/>
              <a:t>relief</a:t>
            </a:r>
            <a:r>
              <a:rPr lang="pt-BR" sz="1600" dirty="0"/>
              <a:t>="</a:t>
            </a:r>
            <a:r>
              <a:rPr lang="pt-BR" sz="1600" dirty="0" err="1"/>
              <a:t>sunken</a:t>
            </a:r>
            <a:r>
              <a:rPr lang="pt-BR" sz="1600" dirty="0"/>
              <a:t>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frame.pack</a:t>
            </a:r>
            <a:r>
              <a:rPr lang="pt-BR" sz="1600" dirty="0"/>
              <a:t>(</a:t>
            </a:r>
            <a:r>
              <a:rPr lang="pt-BR" sz="1600" dirty="0" err="1"/>
              <a:t>pady</a:t>
            </a:r>
            <a:r>
              <a:rPr lang="pt-BR" sz="1600" dirty="0"/>
              <a:t>=10, </a:t>
            </a:r>
            <a:r>
              <a:rPr lang="pt-BR" sz="1600" dirty="0" err="1"/>
              <a:t>fill</a:t>
            </a:r>
            <a:r>
              <a:rPr lang="pt-BR" sz="1600" dirty="0"/>
              <a:t>="x")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tk.Label</a:t>
            </a:r>
            <a:r>
              <a:rPr lang="pt-BR" sz="1600" dirty="0"/>
              <a:t>(frame, </a:t>
            </a:r>
            <a:r>
              <a:rPr lang="pt-BR" sz="1600" dirty="0" err="1"/>
              <a:t>text</a:t>
            </a:r>
            <a:r>
              <a:rPr lang="pt-BR" sz="1600" dirty="0"/>
              <a:t>="Dentro do frame").pack()</a:t>
            </a:r>
          </a:p>
        </p:txBody>
      </p:sp>
    </p:spTree>
    <p:extLst>
      <p:ext uri="{BB962C8B-B14F-4D97-AF65-F5344CB8AC3E}">
        <p14:creationId xmlns:p14="http://schemas.microsoft.com/office/powerpoint/2010/main" val="1771667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1B455-9FE7-7413-1AFC-8AA35730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5D7E0A2-EC1B-A0EB-7DF1-3AA805702CB2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841F299-D79D-2BBB-7916-FCFB84921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AE64E80-6229-609F-ABD2-56B40E5DDAB8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E8A01F48-6972-EBB0-64D5-EAA5A0F7B9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0C19164-D3BE-55AE-2D31-2A1CBEB29C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2940A3B-740C-E33B-87F2-8BF6DEEF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NO PYTHON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5CAF482-D503-4E33-3275-1E0E1B0B8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OUTROS WIDGETS USADOS EM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Menu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menu = </a:t>
            </a:r>
            <a:r>
              <a:rPr lang="pt-BR" sz="1800" dirty="0" err="1"/>
              <a:t>tk.Menu</a:t>
            </a:r>
            <a:r>
              <a:rPr lang="pt-BR" sz="1800" dirty="0"/>
              <a:t>(janela)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janela.config</a:t>
            </a:r>
            <a:r>
              <a:rPr lang="pt-BR" sz="1800" dirty="0"/>
              <a:t>(menu=menu)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arquivo_menu</a:t>
            </a:r>
            <a:r>
              <a:rPr lang="pt-BR" sz="1800" dirty="0"/>
              <a:t> = </a:t>
            </a:r>
            <a:r>
              <a:rPr lang="pt-BR" sz="1800" dirty="0" err="1"/>
              <a:t>tk.Menu</a:t>
            </a:r>
            <a:r>
              <a:rPr lang="pt-BR" sz="1800" dirty="0"/>
              <a:t>(menu, </a:t>
            </a:r>
            <a:r>
              <a:rPr lang="pt-BR" sz="1800" dirty="0" err="1"/>
              <a:t>tearoff</a:t>
            </a:r>
            <a:r>
              <a:rPr lang="pt-BR" sz="1800" dirty="0"/>
              <a:t>=0)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menu.add_cascade</a:t>
            </a:r>
            <a:r>
              <a:rPr lang="pt-BR" sz="1800" dirty="0"/>
              <a:t>(</a:t>
            </a:r>
            <a:r>
              <a:rPr lang="pt-BR" sz="1800" dirty="0" err="1"/>
              <a:t>label</a:t>
            </a:r>
            <a:r>
              <a:rPr lang="pt-BR" sz="1800" dirty="0"/>
              <a:t>="Arquivo", menu=</a:t>
            </a:r>
            <a:r>
              <a:rPr lang="pt-BR" sz="1800" dirty="0" err="1"/>
              <a:t>arquivo_menu</a:t>
            </a:r>
            <a:r>
              <a:rPr lang="pt-BR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arquivo_menu.add_command</a:t>
            </a:r>
            <a:r>
              <a:rPr lang="pt-BR" sz="1800" dirty="0"/>
              <a:t>(</a:t>
            </a:r>
            <a:r>
              <a:rPr lang="pt-BR" sz="1800" dirty="0" err="1"/>
              <a:t>label</a:t>
            </a:r>
            <a:r>
              <a:rPr lang="pt-BR" sz="1800" dirty="0"/>
              <a:t>="Abrir")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arquivo_menu.add_separator</a:t>
            </a:r>
            <a:r>
              <a:rPr lang="pt-BR" sz="1800" dirty="0"/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arquivo_menu.add_command</a:t>
            </a:r>
            <a:r>
              <a:rPr lang="pt-BR" sz="1800" dirty="0"/>
              <a:t>(</a:t>
            </a:r>
            <a:r>
              <a:rPr lang="pt-BR" sz="1800" dirty="0" err="1"/>
              <a:t>label</a:t>
            </a:r>
            <a:r>
              <a:rPr lang="pt-BR" sz="1800" dirty="0"/>
              <a:t>="Sair", </a:t>
            </a:r>
            <a:r>
              <a:rPr lang="pt-BR" sz="1800" dirty="0" err="1"/>
              <a:t>command</a:t>
            </a:r>
            <a:r>
              <a:rPr lang="pt-BR" sz="1800" dirty="0"/>
              <a:t>=</a:t>
            </a:r>
            <a:r>
              <a:rPr lang="pt-BR" sz="1800" dirty="0" err="1"/>
              <a:t>janela.quit</a:t>
            </a:r>
            <a:r>
              <a:rPr lang="pt-BR" sz="1800" dirty="0"/>
              <a:t>)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4AA0AA2E-60AB-3B6F-8F5D-610090DD226C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D0A5562E-1E63-82F1-EC04-26800AAE0FAB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98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98BD-CC70-11D2-647A-EFD9F2A9C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26F5E5F-E9DB-1DF0-EF83-1CB481310DA7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54535AC-5A55-B4E8-AD9C-AAA2D9F11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4F67575-F3B9-CB74-16C0-068467BBDA7C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F0270F3-3A2D-A4A4-224A-38D6D4484F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9692436-DE3D-85C2-2A43-5D36434761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33D69618-35FD-EFAA-F680-1714B655A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NO PYTHON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C37F58E2-BE50-6D10-A961-5F46A1FD2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4285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Layouts e Organização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Tkinter</a:t>
            </a:r>
            <a:r>
              <a:rPr lang="pt-BR" sz="1800" dirty="0"/>
              <a:t> possui três métodos principais para organizar widgets: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pack() – empilha elementos.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grid() – organiza em linhas e colunas.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 err="1"/>
              <a:t>place</a:t>
            </a:r>
            <a:r>
              <a:rPr lang="pt-BR" sz="1800" dirty="0"/>
              <a:t>() – posiciona por coordenadas (x, y).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Exemplo com grid():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tk.Label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="Usuário:").grid(</a:t>
            </a:r>
            <a:r>
              <a:rPr lang="pt-BR" sz="1800" dirty="0" err="1"/>
              <a:t>row</a:t>
            </a:r>
            <a:r>
              <a:rPr lang="pt-BR" sz="1800" dirty="0"/>
              <a:t>=0, </a:t>
            </a:r>
            <a:r>
              <a:rPr lang="pt-BR" sz="1800" dirty="0" err="1"/>
              <a:t>column</a:t>
            </a:r>
            <a:r>
              <a:rPr lang="pt-BR" sz="1800" dirty="0"/>
              <a:t>=0)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entrada_usuario</a:t>
            </a:r>
            <a:r>
              <a:rPr lang="pt-BR" sz="1800" dirty="0"/>
              <a:t> = </a:t>
            </a:r>
            <a:r>
              <a:rPr lang="pt-BR" sz="1800" dirty="0" err="1"/>
              <a:t>tk.Entry</a:t>
            </a:r>
            <a:r>
              <a:rPr lang="pt-BR" sz="1800" dirty="0"/>
              <a:t>(janela)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entrada_usuario.grid</a:t>
            </a:r>
            <a:r>
              <a:rPr lang="pt-BR" sz="1800" dirty="0"/>
              <a:t>(</a:t>
            </a:r>
            <a:r>
              <a:rPr lang="pt-BR" sz="1800" dirty="0" err="1"/>
              <a:t>row</a:t>
            </a:r>
            <a:r>
              <a:rPr lang="pt-BR" sz="1800" dirty="0"/>
              <a:t>=0, </a:t>
            </a:r>
            <a:r>
              <a:rPr lang="pt-BR" sz="1800" dirty="0" err="1"/>
              <a:t>column</a:t>
            </a:r>
            <a:r>
              <a:rPr lang="pt-BR" sz="1800" dirty="0"/>
              <a:t>=1)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9F0A876C-F8D4-5827-FE72-6E2970B5256F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B129D6D-3D9C-4A25-B065-A5B71D9C396E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Trabalhando com Arquivos e Mensagens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b="1" dirty="0"/>
              <a:t>Caixas de diálogo: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from</a:t>
            </a:r>
            <a:r>
              <a:rPr lang="pt-BR" sz="1600" dirty="0"/>
              <a:t> </a:t>
            </a:r>
            <a:r>
              <a:rPr lang="pt-BR" sz="1600" dirty="0" err="1"/>
              <a:t>tkinter</a:t>
            </a:r>
            <a:r>
              <a:rPr lang="pt-BR" sz="1600" dirty="0"/>
              <a:t> </a:t>
            </a:r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filedialog</a:t>
            </a: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arquivo = </a:t>
            </a:r>
            <a:r>
              <a:rPr lang="pt-BR" sz="1600" dirty="0" err="1"/>
              <a:t>filedialog.askopenfilename</a:t>
            </a:r>
            <a:r>
              <a:rPr lang="pt-BR" sz="1600" dirty="0"/>
              <a:t>(</a:t>
            </a:r>
            <a:r>
              <a:rPr lang="pt-BR" sz="1600" dirty="0" err="1"/>
              <a:t>title</a:t>
            </a:r>
            <a:r>
              <a:rPr lang="pt-BR" sz="1600" dirty="0"/>
              <a:t>="Selecione um arquivo")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/>
              <a:t>print(arquivo)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b="1" dirty="0"/>
              <a:t>Caixas de mensagem: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from</a:t>
            </a:r>
            <a:r>
              <a:rPr lang="pt-BR" sz="1600" dirty="0"/>
              <a:t> </a:t>
            </a:r>
            <a:r>
              <a:rPr lang="pt-BR" sz="1600" dirty="0" err="1"/>
              <a:t>tkinter</a:t>
            </a:r>
            <a:r>
              <a:rPr lang="pt-BR" sz="1600" dirty="0"/>
              <a:t> </a:t>
            </a:r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messagebox</a:t>
            </a: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sz="1600" dirty="0" err="1"/>
              <a:t>messagebox.showinfo</a:t>
            </a:r>
            <a:r>
              <a:rPr lang="pt-BR" sz="1600" dirty="0"/>
              <a:t>("Informação", "Operação realizada com sucesso!")</a:t>
            </a:r>
          </a:p>
        </p:txBody>
      </p:sp>
    </p:spTree>
    <p:extLst>
      <p:ext uri="{BB962C8B-B14F-4D97-AF65-F5344CB8AC3E}">
        <p14:creationId xmlns:p14="http://schemas.microsoft.com/office/powerpoint/2010/main" val="277256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8C25-033B-4C39-A8F5-0D02C357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5A53B80A-D270-D5E9-1978-58D06F970F5F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B36F5BD-C6E3-8CF0-3B10-C7F1416F6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D382F2D-F5B2-A592-5C7E-D256989F4C0E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DBF45925-AAA5-4F23-D92C-050699C4E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226F5A7-2B1B-B732-9CE9-132E9998D7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73C6398C-AB82-1BE0-EE12-6D2811C9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NO PYTHON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3DE9148-AE31-DB55-E7B4-B1610EAD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669237"/>
            <a:ext cx="5442856" cy="5421522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b="1" dirty="0"/>
              <a:t>Mini Calculadora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import</a:t>
            </a:r>
            <a:r>
              <a:rPr lang="pt-BR" sz="1800" dirty="0"/>
              <a:t> </a:t>
            </a:r>
            <a:r>
              <a:rPr lang="pt-BR" sz="1800" dirty="0" err="1"/>
              <a:t>tkinter</a:t>
            </a:r>
            <a:r>
              <a:rPr lang="pt-BR" sz="1800" dirty="0"/>
              <a:t> as </a:t>
            </a:r>
            <a:r>
              <a:rPr lang="pt-BR" sz="1800" dirty="0" err="1"/>
              <a:t>tk</a:t>
            </a: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def soma():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try: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a = float(entrada1.get())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b = float(entrada2.get())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</a:t>
            </a:r>
            <a:r>
              <a:rPr lang="en-US" sz="1800" dirty="0" err="1"/>
              <a:t>resultado.set</a:t>
            </a:r>
            <a:r>
              <a:rPr lang="en-US" sz="1800" dirty="0"/>
              <a:t>(a +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except </a:t>
            </a:r>
            <a:r>
              <a:rPr lang="en-US" sz="1800" dirty="0" err="1"/>
              <a:t>ValueError</a:t>
            </a:r>
            <a:r>
              <a:rPr lang="en-US" sz="180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</a:t>
            </a:r>
            <a:r>
              <a:rPr lang="en-US" sz="1800" dirty="0" err="1"/>
              <a:t>resultado.set</a:t>
            </a:r>
            <a:r>
              <a:rPr lang="en-US" sz="1800" dirty="0"/>
              <a:t>("Erro")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def </a:t>
            </a:r>
            <a:r>
              <a:rPr lang="en-US" sz="1800" dirty="0" err="1"/>
              <a:t>subtracao</a:t>
            </a:r>
            <a:r>
              <a:rPr lang="en-US" sz="1800" dirty="0"/>
              <a:t>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try: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a = float(entrada1.get())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b = float(entrada2.get())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</a:t>
            </a:r>
            <a:r>
              <a:rPr lang="en-US" sz="1800" dirty="0" err="1"/>
              <a:t>resultado.set</a:t>
            </a:r>
            <a:r>
              <a:rPr lang="en-US" sz="1800" dirty="0"/>
              <a:t>(a -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except </a:t>
            </a:r>
            <a:r>
              <a:rPr lang="en-US" sz="1800" dirty="0" err="1"/>
              <a:t>ValueError</a:t>
            </a:r>
            <a:r>
              <a:rPr lang="en-US" sz="180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</a:t>
            </a:r>
            <a:r>
              <a:rPr lang="en-US" sz="1800" dirty="0" err="1"/>
              <a:t>resultado.set</a:t>
            </a:r>
            <a:r>
              <a:rPr lang="en-US" sz="1800" dirty="0"/>
              <a:t>("Erro")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9CF98EB3-AB6B-426E-00AD-7EC4ED6F8F59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1B1DB13F-62C0-E154-8BD6-A2CD35E8B89A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AE8D04CE-3699-3E4E-D64F-BD5F5BF4F3BC}"/>
              </a:ext>
            </a:extLst>
          </p:cNvPr>
          <p:cNvSpPr txBox="1">
            <a:spLocks/>
          </p:cNvSpPr>
          <p:nvPr/>
        </p:nvSpPr>
        <p:spPr>
          <a:xfrm>
            <a:off x="6231773" y="664196"/>
            <a:ext cx="5442856" cy="54215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def </a:t>
            </a:r>
            <a:r>
              <a:rPr lang="en-US" sz="1800" dirty="0" err="1"/>
              <a:t>multiplicacao</a:t>
            </a:r>
            <a:r>
              <a:rPr lang="en-US" sz="1800" dirty="0"/>
              <a:t>():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try: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a = float(entrada1.get())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b = float(entrada2.get())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</a:t>
            </a:r>
            <a:r>
              <a:rPr lang="en-US" sz="1800" dirty="0" err="1"/>
              <a:t>resultado.set</a:t>
            </a:r>
            <a:r>
              <a:rPr lang="en-US" sz="1800" dirty="0"/>
              <a:t>(a * b)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except </a:t>
            </a:r>
            <a:r>
              <a:rPr lang="en-US" sz="1800" dirty="0" err="1"/>
              <a:t>ValueError</a:t>
            </a:r>
            <a:r>
              <a:rPr lang="en-US" sz="1800" dirty="0"/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</a:t>
            </a:r>
            <a:r>
              <a:rPr lang="en-US" sz="1800" dirty="0" err="1"/>
              <a:t>resultado.set</a:t>
            </a:r>
            <a:r>
              <a:rPr lang="en-US" sz="1800" dirty="0"/>
              <a:t>("Erro")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def </a:t>
            </a:r>
            <a:r>
              <a:rPr lang="en-US" sz="1800" dirty="0" err="1"/>
              <a:t>divisao</a:t>
            </a:r>
            <a:r>
              <a:rPr lang="en-US" sz="1800" dirty="0"/>
              <a:t>():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try: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a = float(entrada1.get())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b = float(entrada2.get())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if b == 0: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resultado.set</a:t>
            </a:r>
            <a:r>
              <a:rPr lang="en-US" sz="1800" dirty="0"/>
              <a:t>("</a:t>
            </a:r>
            <a:r>
              <a:rPr lang="en-US" sz="1800" dirty="0" err="1"/>
              <a:t>Divisão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0")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else: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resultado.set</a:t>
            </a:r>
            <a:r>
              <a:rPr lang="en-US" sz="1800" dirty="0"/>
              <a:t>(a / b)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except </a:t>
            </a:r>
            <a:r>
              <a:rPr lang="en-US" sz="1800" dirty="0" err="1"/>
              <a:t>ValueError</a:t>
            </a:r>
            <a:r>
              <a:rPr lang="en-US" sz="1800" dirty="0"/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        </a:t>
            </a:r>
            <a:r>
              <a:rPr lang="en-US" sz="1800" dirty="0" err="1"/>
              <a:t>resultado.set</a:t>
            </a:r>
            <a:r>
              <a:rPr lang="en-US" sz="1800" dirty="0"/>
              <a:t>("Erro")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38953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02CD-A476-907B-8C81-931AD46A3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7117BDF7-A258-C25F-ECF4-56D36A664661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44D36B8-1F17-6E62-8886-A1834D960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23ADC10-617C-362F-575B-D47236655245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0614C2F-471A-98EC-4D5A-04407FFB1B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03DF0E6-37FB-1027-D71A-998CCC9562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7CE6AA28-5FE8-05C7-E953-0F3D3E7BB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NO PYTHON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DE76B8C1-0F86-F9C3-0363-855E3E7AC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669237"/>
            <a:ext cx="5442856" cy="5421522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def</a:t>
            </a:r>
            <a:r>
              <a:rPr lang="pt-BR" sz="1800" dirty="0"/>
              <a:t> potencia():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</a:t>
            </a:r>
            <a:r>
              <a:rPr lang="pt-BR" sz="1800" dirty="0" err="1"/>
              <a:t>try</a:t>
            </a:r>
            <a:r>
              <a:rPr lang="pt-BR" sz="180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    a = </a:t>
            </a:r>
            <a:r>
              <a:rPr lang="pt-BR" sz="1800" dirty="0" err="1"/>
              <a:t>float</a:t>
            </a:r>
            <a:r>
              <a:rPr lang="pt-BR" sz="1800" dirty="0"/>
              <a:t>(entrada1.get())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    b = </a:t>
            </a:r>
            <a:r>
              <a:rPr lang="pt-BR" sz="1800" dirty="0" err="1"/>
              <a:t>float</a:t>
            </a:r>
            <a:r>
              <a:rPr lang="pt-BR" sz="1800" dirty="0"/>
              <a:t>(entrada2.get())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    </a:t>
            </a:r>
            <a:r>
              <a:rPr lang="pt-BR" sz="1800" dirty="0" err="1"/>
              <a:t>resultado.set</a:t>
            </a:r>
            <a:r>
              <a:rPr lang="pt-BR" sz="1800" dirty="0"/>
              <a:t>(a **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</a:t>
            </a:r>
            <a:r>
              <a:rPr lang="pt-BR" sz="1800" dirty="0" err="1"/>
              <a:t>except</a:t>
            </a:r>
            <a:r>
              <a:rPr lang="pt-BR" sz="1800" dirty="0"/>
              <a:t> </a:t>
            </a:r>
            <a:r>
              <a:rPr lang="pt-BR" sz="1800" dirty="0" err="1"/>
              <a:t>ValueError</a:t>
            </a:r>
            <a:r>
              <a:rPr lang="pt-BR" sz="180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    </a:t>
            </a:r>
            <a:r>
              <a:rPr lang="pt-BR" sz="1800" dirty="0" err="1"/>
              <a:t>resultado.set</a:t>
            </a:r>
            <a:r>
              <a:rPr lang="pt-BR" sz="1800" dirty="0"/>
              <a:t>("Erro")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def</a:t>
            </a:r>
            <a:r>
              <a:rPr lang="pt-BR" sz="1800" dirty="0"/>
              <a:t> limpar():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entrada1.delete(0, </a:t>
            </a:r>
            <a:r>
              <a:rPr lang="pt-BR" sz="1800" dirty="0" err="1"/>
              <a:t>tk.END</a:t>
            </a:r>
            <a:r>
              <a:rPr lang="pt-BR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entrada2.delete(0, </a:t>
            </a:r>
            <a:r>
              <a:rPr lang="pt-BR" sz="1800" dirty="0" err="1"/>
              <a:t>tk.END</a:t>
            </a:r>
            <a:r>
              <a:rPr lang="pt-BR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    </a:t>
            </a:r>
            <a:r>
              <a:rPr lang="pt-BR" sz="1800" dirty="0" err="1"/>
              <a:t>resultado.set</a:t>
            </a:r>
            <a:r>
              <a:rPr lang="pt-BR" sz="1800" dirty="0"/>
              <a:t>("")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# Janela principal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 err="1"/>
              <a:t>janela</a:t>
            </a:r>
            <a:r>
              <a:rPr lang="en-US" sz="1800" dirty="0"/>
              <a:t> = </a:t>
            </a:r>
            <a:r>
              <a:rPr lang="en-US" sz="1800" dirty="0" err="1"/>
              <a:t>tk.Tk</a:t>
            </a:r>
            <a:r>
              <a:rPr lang="en-US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 err="1"/>
              <a:t>janela.title</a:t>
            </a:r>
            <a:r>
              <a:rPr lang="en-US" sz="1800" dirty="0"/>
              <a:t>("</a:t>
            </a:r>
            <a:r>
              <a:rPr lang="en-US" sz="1800" dirty="0" err="1"/>
              <a:t>Calculadora</a:t>
            </a:r>
            <a:r>
              <a:rPr lang="en-US" sz="1800" dirty="0"/>
              <a:t> Simples")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 err="1"/>
              <a:t>janela.geometry</a:t>
            </a:r>
            <a:r>
              <a:rPr lang="en-US" sz="1800" dirty="0"/>
              <a:t>("320x200")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E44DAE33-7B15-C0B9-55AC-CF0C26BB1C93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52DF960E-34BD-6570-E1F6-47D0314D497C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pt-BR" sz="1800" dirty="0"/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EF6CD4FE-FA96-5AC1-0C12-F49CC44422CE}"/>
              </a:ext>
            </a:extLst>
          </p:cNvPr>
          <p:cNvSpPr txBox="1">
            <a:spLocks/>
          </p:cNvSpPr>
          <p:nvPr/>
        </p:nvSpPr>
        <p:spPr>
          <a:xfrm>
            <a:off x="6231773" y="664196"/>
            <a:ext cx="5442856" cy="54215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# </a:t>
            </a:r>
            <a:r>
              <a:rPr lang="en-US" sz="1800" dirty="0" err="1"/>
              <a:t>Caixas</a:t>
            </a:r>
            <a:r>
              <a:rPr lang="en-US" sz="1800" dirty="0"/>
              <a:t> de </a:t>
            </a:r>
            <a:r>
              <a:rPr lang="en-US" sz="1800" dirty="0" err="1"/>
              <a:t>texto</a:t>
            </a: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 err="1"/>
              <a:t>tk.Label</a:t>
            </a:r>
            <a:r>
              <a:rPr lang="en-US" sz="1800" dirty="0"/>
              <a:t>(</a:t>
            </a:r>
            <a:r>
              <a:rPr lang="en-US" sz="1800" dirty="0" err="1"/>
              <a:t>janela</a:t>
            </a:r>
            <a:r>
              <a:rPr lang="en-US" sz="1800" dirty="0"/>
              <a:t>, text="Valor 1:").grid(row=0, column=0, </a:t>
            </a:r>
            <a:r>
              <a:rPr lang="en-US" sz="1800" dirty="0" err="1"/>
              <a:t>padx</a:t>
            </a:r>
            <a:r>
              <a:rPr lang="en-US" sz="1800" dirty="0"/>
              <a:t>=5, </a:t>
            </a:r>
            <a:r>
              <a:rPr lang="en-US" sz="1800" dirty="0" err="1"/>
              <a:t>pady</a:t>
            </a:r>
            <a:r>
              <a:rPr lang="en-US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entrada1 = </a:t>
            </a:r>
            <a:r>
              <a:rPr lang="en-US" sz="1800" dirty="0" err="1"/>
              <a:t>tk.Entry</a:t>
            </a:r>
            <a:r>
              <a:rPr lang="en-US" sz="1800" dirty="0"/>
              <a:t>(</a:t>
            </a:r>
            <a:r>
              <a:rPr lang="en-US" sz="1800" dirty="0" err="1"/>
              <a:t>janela</a:t>
            </a:r>
            <a:r>
              <a:rPr lang="en-US" sz="1800" dirty="0"/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entrada1.grid(row=0, column=1, </a:t>
            </a:r>
            <a:r>
              <a:rPr lang="en-US" sz="1800" dirty="0" err="1"/>
              <a:t>padx</a:t>
            </a:r>
            <a:r>
              <a:rPr lang="en-US" sz="1800" dirty="0"/>
              <a:t>=5, </a:t>
            </a:r>
            <a:r>
              <a:rPr lang="en-US" sz="1800" dirty="0" err="1"/>
              <a:t>pady</a:t>
            </a:r>
            <a:r>
              <a:rPr lang="en-US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 err="1"/>
              <a:t>tk.Label</a:t>
            </a:r>
            <a:r>
              <a:rPr lang="en-US" sz="1800" dirty="0"/>
              <a:t>(</a:t>
            </a:r>
            <a:r>
              <a:rPr lang="en-US" sz="1800" dirty="0" err="1"/>
              <a:t>janela</a:t>
            </a:r>
            <a:r>
              <a:rPr lang="en-US" sz="1800" dirty="0"/>
              <a:t>, text="Valor 2:").grid(row=1, column=0, </a:t>
            </a:r>
            <a:r>
              <a:rPr lang="en-US" sz="1800" dirty="0" err="1"/>
              <a:t>padx</a:t>
            </a:r>
            <a:r>
              <a:rPr lang="en-US" sz="1800" dirty="0"/>
              <a:t>=5, </a:t>
            </a:r>
            <a:r>
              <a:rPr lang="en-US" sz="1800" dirty="0" err="1"/>
              <a:t>pady</a:t>
            </a:r>
            <a:r>
              <a:rPr lang="en-US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entrada2 = </a:t>
            </a:r>
            <a:r>
              <a:rPr lang="en-US" sz="1800" dirty="0" err="1"/>
              <a:t>tk.Entry</a:t>
            </a:r>
            <a:r>
              <a:rPr lang="en-US" sz="1800" dirty="0"/>
              <a:t>(</a:t>
            </a:r>
            <a:r>
              <a:rPr lang="en-US" sz="1800" dirty="0" err="1"/>
              <a:t>janela</a:t>
            </a:r>
            <a:r>
              <a:rPr lang="en-US" sz="1800" dirty="0"/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entrada2.grid(row=1, column=1, </a:t>
            </a:r>
            <a:r>
              <a:rPr lang="en-US" sz="1800" dirty="0" err="1"/>
              <a:t>padx</a:t>
            </a:r>
            <a:r>
              <a:rPr lang="en-US" sz="1800" dirty="0"/>
              <a:t>=5, </a:t>
            </a:r>
            <a:r>
              <a:rPr lang="en-US" sz="1800" dirty="0" err="1"/>
              <a:t>pady</a:t>
            </a:r>
            <a:r>
              <a:rPr lang="en-US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/>
              <a:t># Label de </a:t>
            </a:r>
            <a:r>
              <a:rPr lang="en-US" sz="1800" dirty="0" err="1"/>
              <a:t>resultado</a:t>
            </a: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 err="1"/>
              <a:t>resultado</a:t>
            </a:r>
            <a:r>
              <a:rPr lang="en-US" sz="1800" dirty="0"/>
              <a:t> = </a:t>
            </a:r>
            <a:r>
              <a:rPr lang="en-US" sz="1800" dirty="0" err="1"/>
              <a:t>tk.StringVar</a:t>
            </a:r>
            <a:r>
              <a:rPr lang="en-US" sz="1800" dirty="0"/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 err="1"/>
              <a:t>tk.Label</a:t>
            </a:r>
            <a:r>
              <a:rPr lang="en-US" sz="1800" dirty="0"/>
              <a:t>(</a:t>
            </a:r>
            <a:r>
              <a:rPr lang="en-US" sz="1800" dirty="0" err="1"/>
              <a:t>janela</a:t>
            </a:r>
            <a:r>
              <a:rPr lang="en-US" sz="1800" dirty="0"/>
              <a:t>, text="</a:t>
            </a:r>
            <a:r>
              <a:rPr lang="en-US" sz="1800" dirty="0" err="1"/>
              <a:t>Resultado</a:t>
            </a:r>
            <a:r>
              <a:rPr lang="en-US" sz="1800" dirty="0"/>
              <a:t>:").grid(row=2, column=0, </a:t>
            </a:r>
            <a:r>
              <a:rPr lang="en-US" sz="1800" dirty="0" err="1"/>
              <a:t>padx</a:t>
            </a:r>
            <a:r>
              <a:rPr lang="en-US" sz="1800" dirty="0"/>
              <a:t>=5, </a:t>
            </a:r>
            <a:r>
              <a:rPr lang="en-US" sz="1800" dirty="0" err="1"/>
              <a:t>pady</a:t>
            </a:r>
            <a:r>
              <a:rPr lang="en-US" sz="1800" dirty="0"/>
              <a:t>=5)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 err="1"/>
              <a:t>tk.Label</a:t>
            </a:r>
            <a:r>
              <a:rPr lang="en-US" sz="1800" dirty="0"/>
              <a:t>(</a:t>
            </a:r>
            <a:r>
              <a:rPr lang="en-US" sz="1800" dirty="0" err="1"/>
              <a:t>janela</a:t>
            </a:r>
            <a:r>
              <a:rPr lang="en-US" sz="1800" dirty="0"/>
              <a:t>, </a:t>
            </a:r>
            <a:r>
              <a:rPr lang="en-US" sz="1800" dirty="0" err="1"/>
              <a:t>textvariable</a:t>
            </a:r>
            <a:r>
              <a:rPr lang="en-US" sz="1800" dirty="0"/>
              <a:t>=</a:t>
            </a:r>
            <a:r>
              <a:rPr lang="en-US" sz="1800" dirty="0" err="1"/>
              <a:t>resultado</a:t>
            </a:r>
            <a:r>
              <a:rPr lang="en-US" sz="1800" dirty="0"/>
              <a:t>).grid(row=2, column=1, </a:t>
            </a:r>
            <a:r>
              <a:rPr lang="en-US" sz="1800" dirty="0" err="1"/>
              <a:t>padx</a:t>
            </a:r>
            <a:r>
              <a:rPr lang="en-US" sz="1800" dirty="0"/>
              <a:t>=5, </a:t>
            </a:r>
            <a:r>
              <a:rPr lang="en-US" sz="1800" dirty="0" err="1"/>
              <a:t>pady</a:t>
            </a:r>
            <a:r>
              <a:rPr lang="en-US" sz="1800" dirty="0"/>
              <a:t>=5)</a:t>
            </a:r>
          </a:p>
        </p:txBody>
      </p:sp>
    </p:spTree>
    <p:extLst>
      <p:ext uri="{BB962C8B-B14F-4D97-AF65-F5344CB8AC3E}">
        <p14:creationId xmlns:p14="http://schemas.microsoft.com/office/powerpoint/2010/main" val="4065543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2F090-AD59-1274-D827-EB165206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CD7E1883-F162-AE66-AFDE-072792F84C8B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A6B8209-4E4A-D3B7-68FA-B1388E90C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440C83C-017D-281C-2F18-ED36867FD772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1B5E6906-6099-F3CF-5FE4-28BD0D00FD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C976A9E-D0E4-269D-A541-9524E892A9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4106794-380E-1693-FC84-6B22EFD9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NO PYTHON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5F7E78E4-751F-1D0F-494D-7554F900D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# Criando os botões um a 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botao_soma</a:t>
            </a:r>
            <a:r>
              <a:rPr lang="pt-BR" sz="1800" dirty="0"/>
              <a:t> = </a:t>
            </a: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="+", </a:t>
            </a:r>
            <a:r>
              <a:rPr lang="pt-BR" sz="1800" dirty="0" err="1"/>
              <a:t>width</a:t>
            </a:r>
            <a:r>
              <a:rPr lang="pt-BR" sz="1800" dirty="0"/>
              <a:t>=5, </a:t>
            </a:r>
            <a:r>
              <a:rPr lang="pt-BR" sz="1800" dirty="0" err="1"/>
              <a:t>command</a:t>
            </a:r>
            <a:r>
              <a:rPr lang="pt-BR" sz="1800" dirty="0"/>
              <a:t>=soma)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botao_soma.pack</a:t>
            </a:r>
            <a:r>
              <a:rPr lang="pt-BR" sz="1800" dirty="0"/>
              <a:t>(</a:t>
            </a:r>
            <a:r>
              <a:rPr lang="pt-BR" sz="1800" dirty="0" err="1"/>
              <a:t>side</a:t>
            </a:r>
            <a:r>
              <a:rPr lang="pt-BR" sz="1800" dirty="0"/>
              <a:t>=</a:t>
            </a:r>
            <a:r>
              <a:rPr lang="pt-BR" sz="1800" dirty="0" err="1"/>
              <a:t>tk.LEFT</a:t>
            </a:r>
            <a:r>
              <a:rPr lang="pt-BR" sz="1800" dirty="0"/>
              <a:t>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botao_sub</a:t>
            </a:r>
            <a:r>
              <a:rPr lang="pt-BR" sz="1800" dirty="0"/>
              <a:t> = </a:t>
            </a: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="-", </a:t>
            </a:r>
            <a:r>
              <a:rPr lang="pt-BR" sz="1800" dirty="0" err="1"/>
              <a:t>width</a:t>
            </a:r>
            <a:r>
              <a:rPr lang="pt-BR" sz="1800" dirty="0"/>
              <a:t>=5, </a:t>
            </a:r>
            <a:r>
              <a:rPr lang="pt-BR" sz="1800" dirty="0" err="1"/>
              <a:t>command</a:t>
            </a:r>
            <a:r>
              <a:rPr lang="pt-BR" sz="1800" dirty="0"/>
              <a:t>=</a:t>
            </a:r>
            <a:r>
              <a:rPr lang="pt-BR" sz="1800" dirty="0" err="1"/>
              <a:t>subtracao</a:t>
            </a:r>
            <a:r>
              <a:rPr lang="pt-BR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botao_sub.pack</a:t>
            </a:r>
            <a:r>
              <a:rPr lang="pt-BR" sz="1800" dirty="0"/>
              <a:t>(</a:t>
            </a:r>
            <a:r>
              <a:rPr lang="pt-BR" sz="1800" dirty="0" err="1"/>
              <a:t>side</a:t>
            </a:r>
            <a:r>
              <a:rPr lang="pt-BR" sz="1800" dirty="0"/>
              <a:t>=</a:t>
            </a:r>
            <a:r>
              <a:rPr lang="pt-BR" sz="1800" dirty="0" err="1"/>
              <a:t>tk.LEFT</a:t>
            </a:r>
            <a:r>
              <a:rPr lang="pt-BR" sz="1800" dirty="0"/>
              <a:t>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botao_mult</a:t>
            </a:r>
            <a:r>
              <a:rPr lang="pt-BR" sz="1800" dirty="0"/>
              <a:t> = </a:t>
            </a: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="*", </a:t>
            </a:r>
            <a:r>
              <a:rPr lang="pt-BR" sz="1800" dirty="0" err="1"/>
              <a:t>width</a:t>
            </a:r>
            <a:r>
              <a:rPr lang="pt-BR" sz="1800" dirty="0"/>
              <a:t>=5, </a:t>
            </a:r>
            <a:r>
              <a:rPr lang="pt-BR" sz="1800" dirty="0" err="1"/>
              <a:t>command</a:t>
            </a:r>
            <a:r>
              <a:rPr lang="pt-BR" sz="1800" dirty="0"/>
              <a:t>=</a:t>
            </a:r>
            <a:r>
              <a:rPr lang="pt-BR" sz="1800" dirty="0" err="1"/>
              <a:t>multiplicacao</a:t>
            </a:r>
            <a:r>
              <a:rPr lang="pt-BR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botao_mult.pack</a:t>
            </a:r>
            <a:r>
              <a:rPr lang="pt-BR" sz="1800" dirty="0"/>
              <a:t>(</a:t>
            </a:r>
            <a:r>
              <a:rPr lang="pt-BR" sz="1800" dirty="0" err="1"/>
              <a:t>side</a:t>
            </a:r>
            <a:r>
              <a:rPr lang="pt-BR" sz="1800" dirty="0"/>
              <a:t>=</a:t>
            </a:r>
            <a:r>
              <a:rPr lang="pt-BR" sz="1800" dirty="0" err="1"/>
              <a:t>tk.LEFT</a:t>
            </a:r>
            <a:r>
              <a:rPr lang="pt-BR" sz="1800" dirty="0"/>
              <a:t>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botao_div</a:t>
            </a:r>
            <a:r>
              <a:rPr lang="pt-BR" sz="1800" dirty="0"/>
              <a:t> = </a:t>
            </a: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="/", </a:t>
            </a:r>
            <a:r>
              <a:rPr lang="pt-BR" sz="1800" dirty="0" err="1"/>
              <a:t>width</a:t>
            </a:r>
            <a:r>
              <a:rPr lang="pt-BR" sz="1800" dirty="0"/>
              <a:t>=5, </a:t>
            </a:r>
            <a:r>
              <a:rPr lang="pt-BR" sz="1800" dirty="0" err="1"/>
              <a:t>command</a:t>
            </a:r>
            <a:r>
              <a:rPr lang="pt-BR" sz="1800" dirty="0"/>
              <a:t>=</a:t>
            </a:r>
            <a:r>
              <a:rPr lang="pt-BR" sz="1800" dirty="0" err="1"/>
              <a:t>divisao</a:t>
            </a:r>
            <a:r>
              <a:rPr lang="pt-BR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botao_div.pack</a:t>
            </a:r>
            <a:r>
              <a:rPr lang="pt-BR" sz="1800" dirty="0"/>
              <a:t>(</a:t>
            </a:r>
            <a:r>
              <a:rPr lang="pt-BR" sz="1800" dirty="0" err="1"/>
              <a:t>side</a:t>
            </a:r>
            <a:r>
              <a:rPr lang="pt-BR" sz="1800" dirty="0"/>
              <a:t>=</a:t>
            </a:r>
            <a:r>
              <a:rPr lang="pt-BR" sz="1800" dirty="0" err="1"/>
              <a:t>tk.LEFT</a:t>
            </a:r>
            <a:r>
              <a:rPr lang="pt-BR" sz="1800" dirty="0"/>
              <a:t>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botao_pot</a:t>
            </a:r>
            <a:r>
              <a:rPr lang="pt-BR" sz="1800" dirty="0"/>
              <a:t> = </a:t>
            </a: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="**", </a:t>
            </a:r>
            <a:r>
              <a:rPr lang="pt-BR" sz="1800" dirty="0" err="1"/>
              <a:t>width</a:t>
            </a:r>
            <a:r>
              <a:rPr lang="pt-BR" sz="1800" dirty="0"/>
              <a:t>=5, </a:t>
            </a:r>
            <a:r>
              <a:rPr lang="pt-BR" sz="1800" dirty="0" err="1"/>
              <a:t>command</a:t>
            </a:r>
            <a:r>
              <a:rPr lang="pt-BR" sz="1800" dirty="0"/>
              <a:t>=potencia)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botao_pot.pack</a:t>
            </a:r>
            <a:r>
              <a:rPr lang="pt-BR" sz="1800" dirty="0"/>
              <a:t>(</a:t>
            </a:r>
            <a:r>
              <a:rPr lang="pt-BR" sz="1800" dirty="0" err="1"/>
              <a:t>side</a:t>
            </a:r>
            <a:r>
              <a:rPr lang="pt-BR" sz="1800" dirty="0"/>
              <a:t>=</a:t>
            </a:r>
            <a:r>
              <a:rPr lang="pt-BR" sz="1800" dirty="0" err="1"/>
              <a:t>tk.LEFT</a:t>
            </a:r>
            <a:r>
              <a:rPr lang="pt-BR" sz="1800" dirty="0"/>
              <a:t>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botao_limpar</a:t>
            </a:r>
            <a:r>
              <a:rPr lang="pt-BR" sz="1800" dirty="0"/>
              <a:t> = </a:t>
            </a:r>
            <a:r>
              <a:rPr lang="pt-BR" sz="1800" dirty="0" err="1"/>
              <a:t>tk.Button</a:t>
            </a:r>
            <a:r>
              <a:rPr lang="pt-BR" sz="1800" dirty="0"/>
              <a:t>(janela, </a:t>
            </a:r>
            <a:r>
              <a:rPr lang="pt-BR" sz="1800" dirty="0" err="1"/>
              <a:t>text</a:t>
            </a:r>
            <a:r>
              <a:rPr lang="pt-BR" sz="1800" dirty="0"/>
              <a:t>="C", </a:t>
            </a:r>
            <a:r>
              <a:rPr lang="pt-BR" sz="1800" dirty="0" err="1"/>
              <a:t>width</a:t>
            </a:r>
            <a:r>
              <a:rPr lang="pt-BR" sz="1800" dirty="0"/>
              <a:t>=5, </a:t>
            </a:r>
            <a:r>
              <a:rPr lang="pt-BR" sz="1800" dirty="0" err="1"/>
              <a:t>command</a:t>
            </a:r>
            <a:r>
              <a:rPr lang="pt-BR" sz="1800" dirty="0"/>
              <a:t>=limpar)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botao_limpar.pack</a:t>
            </a:r>
            <a:r>
              <a:rPr lang="pt-BR" sz="1800" dirty="0"/>
              <a:t>(</a:t>
            </a:r>
            <a:r>
              <a:rPr lang="pt-BR" sz="1800" dirty="0" err="1"/>
              <a:t>side</a:t>
            </a:r>
            <a:r>
              <a:rPr lang="pt-BR" sz="1800" dirty="0"/>
              <a:t>=</a:t>
            </a:r>
            <a:r>
              <a:rPr lang="pt-BR" sz="1800" dirty="0" err="1"/>
              <a:t>tk.LEFT</a:t>
            </a:r>
            <a:r>
              <a:rPr lang="pt-BR" sz="1800" dirty="0"/>
              <a:t>, </a:t>
            </a:r>
            <a:r>
              <a:rPr lang="pt-BR" sz="1800" dirty="0" err="1"/>
              <a:t>padx</a:t>
            </a:r>
            <a:r>
              <a:rPr lang="pt-BR" sz="1800" dirty="0"/>
              <a:t>=5, </a:t>
            </a:r>
            <a:r>
              <a:rPr lang="pt-BR" sz="1800" dirty="0" err="1"/>
              <a:t>pady</a:t>
            </a:r>
            <a:r>
              <a:rPr lang="pt-BR" sz="1800" dirty="0"/>
              <a:t>=20)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# Mantém a janela aberta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janela.mainloop</a:t>
            </a:r>
            <a:r>
              <a:rPr lang="pt-BR" sz="1800" dirty="0"/>
              <a:t>()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6A027F80-FBCB-5391-B456-2733DE9B02EB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54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14080</TotalTime>
  <Words>1585</Words>
  <Application>Microsoft Office PowerPoint</Application>
  <PresentationFormat>Widescreen</PresentationFormat>
  <Paragraphs>227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Agency FB</vt:lpstr>
      <vt:lpstr>Arial</vt:lpstr>
      <vt:lpstr>Calibri</vt:lpstr>
      <vt:lpstr>Calibri Light</vt:lpstr>
      <vt:lpstr>Times New Roman</vt:lpstr>
      <vt:lpstr>Tema do Office</vt:lpstr>
      <vt:lpstr>Apresentação do PowerPoint</vt:lpstr>
      <vt:lpstr>INTERFACE NO PYTHON</vt:lpstr>
      <vt:lpstr>INTERFACE NO PYTHON</vt:lpstr>
      <vt:lpstr>INTERFACE NO PYTHON</vt:lpstr>
      <vt:lpstr>INTERFACE NO PYTHON</vt:lpstr>
      <vt:lpstr>INTERFACE NO PYTHON</vt:lpstr>
      <vt:lpstr>INTERFACE NO PYTHON</vt:lpstr>
      <vt:lpstr>INTERFACE NO PYTHON</vt:lpstr>
      <vt:lpstr>INTERFACE NO PYTHON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187</cp:revision>
  <dcterms:created xsi:type="dcterms:W3CDTF">2017-07-19T17:45:31Z</dcterms:created>
  <dcterms:modified xsi:type="dcterms:W3CDTF">2025-10-16T15:29:10Z</dcterms:modified>
</cp:coreProperties>
</file>